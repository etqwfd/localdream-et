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286000"/>
            <a:ext cx="12191695" cy="73152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Local Dream 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v3.0.0-et.18 · 更新与修复说明（含 et.17）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安卓本地 AI 绘画 · arm64-v8a / armeabi-v7a（32/64 位）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开发者 / 版权：ET（广东·梅州）· ET 定制代码采用 MIT License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发布：GitHub Release + 官网（etqwfd.github.io/LocalDream-ET）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一、本版总览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et.18 在 et.17 基础上：NPU 模型全可见并加锁、安装器直提系统、MIT 许可、官网数据后台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NPU 模型 32 位也能“看到”，但按真机能力加锁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修复“32 位手机 NPU 页空白/像消失”的问题：Illustrious v16、千问、Z-Image 等现在全部列出。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不支持的机型显示锁标与具体原因（32位 / NPU代际 / Android版本 / 内存 / 存储），点击下载会明确拦截。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Illustrious V16 已在列表（NPU 页）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使用官方预转换 SDXL-QNN 包（illustrious_v16，含 DMD2 加速版）。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硬性要求：骁龙 8 Gen3（SM8650）及以上 + 64 位 + Android 12；32 位物理不可运行，故在 32 位上锁定并说明。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应用更新直调系统安装器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改用 PackageInstaller 会话安装：下载完成直接进入系统“打包安装程序”确认界面，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不再跳转 MT 管理器等第三方；无权限时先引导“允许安装未知应用”，返回后自动续装。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962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大模型下载前新增存储空间预检（et.17）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千问需约13GB、Z-Image 10GB、Klein 8GB；空间不足直接阻止并提示，避免下到一半磁盘满。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690872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MIT License + 官网数据后台 dan.html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ET 定制代码改为 MIT；新增后台页展示官网访问量、下载点击、GitHub 各版本真实下载次数。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说明：32 位手机无法运行 SDXL/千问属于硬件+引擎位宽物理限制，不是 Bug；32 位请用内置数十个 SD1.5 模型或链接导入。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二、上游同步（xororz/local-dream）核对结论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不盲目照搬：上游新版把千问换成更大的 FP8，且需重编 NPU 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已拉取上游 master 最新（v3.0.0-alpha.4，HEAD 18be9aa）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新增提交：Qwen Image 2.1 支持、DiT 性能提升、逐行 FP8 缩放修复、删除旧 Q4_0 权重。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416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为何不直接套用上游新版千问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上游把标准千问从 Q4_0(约4.15GB) 换成 FP8 safetensors，整包从约10.8GB 增大到约13.7GB；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其性能提升依赖用高通 QNN SDK 重新编译仅 arm64 的 libdit_engine.so，本沙箱无该 NPU 工具链。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5973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本版策略：保留“最小千问”UC Q4_0，链路保持可用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Qwen Image 2.1 UC Q4_0 五文件已在 hf-mirror 实测全部 HTTP 206、可断点续传（DiT 4.15GB，整包约10.8GB）。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ET 其余定制（32位引擎、品牌、源、安装器、文档等）全部保留不变。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可移植的上游修复已在我们代码线中具备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千问走 hf-mirror/HF 源并自动回退；te=disk 参数、文件命名与我们预编译引擎一致。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若后续需要上游 FP8 提速，须在装有 Qualcomm QNN SDK 的环境重新交叉编译 arm64 NPU 引擎后再合入。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三、模型与列表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全部可见、按能力加锁；达标机型可正常下载与使用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CPU 页：32/64 位均可跑（armeabi-v7a + arm64 双架构原生引擎）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内置 AnythingV5 / QteaMix / AbsoluteReality / CuteYukiMix / ChilloutMix，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以及 DreamShaper、RealisticVision、Counterfeit、MeinaMix 等数十个经 32 位安全校验的 SD1.5，支持搜索与链接导入。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28016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NPU 页：全机型可见，按真机能力解锁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SD1.5-QNN（min/8gen1/8gen2）：64 位骁龙 NPU 可用；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SDXL-QNN：Illustrious v16 / CyberRealistic（需 SM8650+）；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DiT：Z-Image / FLUX.2 Klein / Qwen Image 2.1 与 UC（需 SM8750+、Android12+）。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00837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五道门槛，下载前逐项判定并给出本地化原因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64位ABI → Android版本 → NPU代际(SM8650/SM8750) → 运行内存 → 剩余存储空间；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不满足即锁定/拦截，不再白下几个 GB 后才失败。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2394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最小千问 Qwen Image 2.1 UC Q4_0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在符合条件的 64 位高端机（骁龙8至尊版及以上）可下载、可真实使用；32 位锁定并说明。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四、出图质量 / 速度 / 提示词 / 下载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稳定默认值 + 断点续传 + 多镜像，老旧机可调低档快速出图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提示词遵循与中文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中文整句翻译熔断器失败后 60 秒自动恢复（et.14 修复保留）；无网才用本地词典兜底；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尺寸 64 对齐、CFG≤9 防 fp16 花屏/马赛克，默认 20 步 dpm，图生图默认重绘 0.45 更忠于原图。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老旧机提速（20分–1小时的物理耗时）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 位默认 384、64 位默认 512；建议老旧机用 384、步数 15–20；需要大图用应用内高清放大。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CPU 扩散耗时按像素平方增长，无法靠软件把 32 位 CPU 变成秒出，这是硬件算力上限。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模型 / 更新下载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转换类模型魔搭国内 CDN 首选、hf-mirror/官方回退；千问/DiT 走 hf-mirror；多文件按粒度断点续传、完成标记最后写，防半成品与重启损坏；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应用更新多镜像并行测速选最快、.part 续传，直提系统安装器。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962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模型防损坏 / 后台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下载与转换走前台服务+通知栏进度；持有唤醒锁、largeHeap，锁屏/切后台可持续；重启只认真正完成的模型。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4K：低配 32 位无法原生 4K（约为512²的32倍负载），请 512 出图 + 高清放大；64 位高端 NPU 可原生高分辨率。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五、许可、官网与数据后台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MIT（ET）· 第三方许可保留 · dan.html 真实数据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MIT License（ET 定制代码）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LICENSE 改为 MIT，版权 Copyright (c) 2026 ET；新增 NOTICE 保留 MNN / stable-diffusion.cpp / ggml /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httplib / tokenizers 及原 local-dream(CC BY-NC) 等第三方各自许可，不删任何版权声明。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官网数据后台 /dan.html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展示：官网累计访问量、下载按钮点击（Abacus 计数，首页埋点 sendBeacon，失败静默）；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GitHub 各 Release 各资产真实 download_count（官方 API，权威不可伪造）与发布版本数。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后台入口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官网导航新增“数据后台”；dan.html 设置 noindex；支持一键刷新，匿名限流时提示稍后重试。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六、真机验收与边界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沙箱无 ARM 真机，需在实机确认；以下为物理边界（非缺陷）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请在实机验收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64位高端机：NPU 页可见并可下载 Illustrious v16 / 千问 UC，转换出图；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32位机：NPU 页模型带锁、点击给明确原因；CPU 页 SD1.5 正常下载转换出图；更新走系统安装器。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物理边界（已多次核实）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 位无法运行 SDXL/Illustrious/千问/豆包：引擎仅 arm64 且需高通 NPU；豆包仅有云端鉴权 API、无本地权重，已不提供；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最小千问整包约 10.8GB。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报错时请提供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完整英文报错原文、退出码、机型/SoC、Android 版本、32/64 位、模型 id 与下载源，便于精确定位。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926080"/>
            <a:ext cx="12191695" cy="73152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Local Dream ET · v3.0.0-et.18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开发者：ET（广东·梅州）· GitHub: ETQWFD/LocalDream-ET ·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