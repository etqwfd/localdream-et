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73152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Local Dream 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v3.0.0-et.18 · 更新与修复说明（含 et.17）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安卓本地 AI 绘画 · arm64-v8a / armeabi-v7a（32/64 位）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开发者 / 版权：ET（广东·梅州）· ET 定制代码采用 MIT License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发布：GitHub Release + 官网（etqwfd.github.io/LocalDream-ET）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一、本版总览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et.18 在 et.17 基础上：NPU 模型全可见并加锁、安装器直提系统、MIT 许可、官网数据后台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NPU 模型 32 位也能“看到”，但按真机能力加锁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修复“32 位手机 NPU 页空白/像消失”的问题：Illustrious v16、千问、Z-Image 等现在全部列出。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不支持的机型显示锁标与具体原因（32位 / NPU代际 / Android版本 / 内存 / 存储），点击下载会明确拦截。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18488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Illustrious V16 已在列表（NPU 页）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使用官方预转换 SDXL-QNN 包（illustrious_v16，含 DMD2 加速版）。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硬性要求：骁龙 8 Gen3（SM8650）及以上 + 64 位 + Android 12；32 位物理不可运行，故在 32 位上锁定并说明。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34056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应用更新直调系统安装器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改用 PackageInstaller 会话安装：下载完成直接进入系统“打包安装程序”确认界面，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不再跳转 MT 管理器等第三方；无权限时先引导“允许安装未知应用”，返回后自动续装。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849624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大模型下载前新增存储空间预检（et.17）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千问需约13GB、Z-Image 10GB、Klein 8GB；空间不足直接阻止并提示，避免下到一半磁盘满。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690872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MIT License + 官网数据后台 dan.html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ET 定制代码改为 MIT；新增后台页展示官网访问量、下载点击、GitHub 各版本真实下载次数。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说明：32 位手机无法运行 SDXL/千问属于硬件+引擎位宽物理限制，不是 Bug；32 位请用内置数十个 SD1.5 模型或链接导入。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二、上游同步（xororz/local-dream）核对结论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不盲目照搬：上游新版把千问换成更大的 FP8，且需重编 NPU 引擎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已拉取上游 master 最新（v3.0.0-alpha.4，HEAD 18be9aa）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新增提交：Qwen Image 2.1 支持、DiT 性能提升、逐行 FP8 缩放修复、删除旧 Q4_0 权重。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44168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为何不直接套用上游新版千问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上游把标准千问从 Q4_0(约4.15GB) 换成 FP8 safetensors，整包从约10.8GB 增大到约13.7GB；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其性能提升依赖用高通 QNN SDK 重新编译仅 arm64 的 libdit_engine.so，本沙箱无该 NPU 工具链。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59736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本版策略：保留“最小千问”UC Q4_0，链路保持可用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Qwen Image 2.1 UC Q4_0 五文件已在 hf-mirror 实测全部 HTTP 206、可断点续传（DiT 4.15GB，整包约10.8GB）。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ET 其余定制（32位引擎、品牌、源、安装器、文档等）全部保留不变。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575304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可移植的上游修复已在我们代码线中具备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千问走 hf-mirror/HF 源并自动回退；te=disk 参数、文件命名与我们预编译引擎一致。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若后续需要上游 FP8 提速，须在装有 Qualcomm QNN SDK 的环境重新交叉编译 arm64 NPU 引擎后再合入。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三、模型与列表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全部可见、按能力加锁；达标机型可正常下载与使用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CPU 页：32/64 位均可跑（armeabi-v7a + arm64 双架构原生引擎）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内置 AnythingV5 / QteaMix / AbsoluteReality / CuteYukiMix / ChilloutMix，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以及 DreamShaper、RealisticVision、Counterfeit、MeinaMix 等数十个经 32 位安全校验的 SD1.5，支持搜索与链接导入。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18488"/>
            <a:ext cx="11201400" cy="128016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NPU 页：全机型可见，按真机能力解锁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SD1.5-QNN（min/8gen1/8gen2）：64 位骁龙 NPU 可用；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SDXL-QNN：Illustrious v16 / CyberRealistic（需 SM8650+）；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DiT：Z-Image / FLUX.2 Klein / Qwen Image 2.1 与 UC（需 SM8750+、Android12+）。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008376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五道门槛，下载前逐项判定并给出本地化原因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64位ABI → Android版本 → NPU代际(SM8650/SM8750) → 运行内存 → 剩余存储空间；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不满足即锁定/拦截，不再白下几个 GB 后才失败。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23944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最小千问 Qwen Image 2.1 UC Q4_0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在符合条件的 64 位高端机（骁龙8至尊版及以上）可下载、可真实使用；32 位锁定并说明。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四、出图质量 / 速度 / 提示词 / 下载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稳定默认值 + 断点续传 + 多镜像，老旧机可调低档快速出图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提示词遵循与中文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中文整句翻译熔断器失败后 60 秒自动恢复（et.14 修复保留）；无网才用本地词典兜底；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尺寸 64 对齐、CFG≤9 防 fp16 花屏/马赛克，默认 20 步 dpm，图生图默认重绘 0.45 更忠于原图。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18488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老旧机提速（20分–1小时的物理耗时）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32 位默认 384、64 位默认 512；建议老旧机用 384、步数 15–20；需要大图用应用内高清放大。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CPU 扩散耗时按像素平方增长，无法靠软件把 32 位 CPU 变成秒出，这是硬件算力上限。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34056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模型 / 更新下载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转换类模型魔搭国内 CDN 首选、hf-mirror/官方回退；千问/DiT 走 hf-mirror；多文件按粒度断点续传、完成标记最后写，防半成品与重启损坏；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应用更新多镜像并行测速选最快、.part 续传，直提系统安装器。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849624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模型防损坏 / 后台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下载与转换走前台服务+通知栏进度；持有唤醒锁、largeHeap，锁屏/切后台可持续；重启只认真正完成的模型。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4K：低配 32 位无法原生 4K（约为512²的32倍负载），请 512 出图 + 高清放大；64 位高端 NPU 可原生高分辨率。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五、许可、官网与数据后台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MIT（ET）· 第三方许可保留 · dan.html 真实数据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MIT License（ET 定制代码）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LICENSE 改为 MIT，版权 Copyright (c) 2026 ET；新增 NOTICE 保留 MNN / stable-diffusion.cpp / ggml /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httplib / tokenizers 及原 local-dream(CC BY-NC) 等第三方各自许可，不删任何版权声明。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18488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官网数据后台 /dan.html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展示：官网累计访问量、下载按钮点击（Abacus 计数，首页埋点 sendBeacon，失败静默）；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GitHub 各 Release 各资产真实 download_count（官方 API，权威不可伪造）与发布版本数。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34056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后台入口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官网导航新增“数据后台”；dan.html 设置 noindex；支持一键刷新，匿名限流时提示稍后重试。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743200"/>
            <a:ext cx="128016" cy="11887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1024128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六、真机验收与边界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94760"/>
            <a:ext cx="1024128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沙箱无 ARM 真机，需在实机确认；以下为物理边界（非缺陷）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请在实机验收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64位高端机：NPU 页可见并可下载 Illustrious v16 / 千问 UC，转换出图；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32位机：NPU 页模型带锁、点击给明确原因；CPU 页 SD1.5 正常下载转换出图；更新走系统安装器。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18488"/>
            <a:ext cx="11201400" cy="100584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物理边界（已多次核实）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32 位无法运行 SDXL/Illustrious/千问/豆包：引擎仅 arm64 且需高通 NPU；豆包仅有云端鉴权 API、无本地权重，已不提供；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最小千问整包约 10.8GB。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34056"/>
            <a:ext cx="11201400" cy="731520"/>
          </a:xfrm>
          <a:prstGeom prst="roundRect">
            <a:avLst/>
          </a:prstGeom>
          <a:solidFill>
            <a:srgbClr val="14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88900" rIns="127000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2DD4BF"/>
                </a:solidFill>
                <a:latin typeface="Microsoft YaHei"/>
              </a:rPr>
              <a:t>● 报错时请提供</a:t>
            </a:r>
          </a:p>
          <a:p>
            <a:pPr>
              <a:spcAft>
                <a:spcPts val="0"/>
              </a:spcAft>
            </a:pPr>
            <a:r>
              <a:rPr sz="1250">
                <a:solidFill>
                  <a:srgbClr val="E8EEF4"/>
                </a:solidFill>
                <a:latin typeface="Microsoft YaHei"/>
              </a:rPr>
              <a:t>    完整英文报错原文、退出码、机型/SoC、Android 版本、32/64 位、模型 id 与下载源，便于精确定位。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73152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Local Dream ET · v3.0.0-et.18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</p:spPr>
        <p:txBody>
          <a:bodyPr wrap="square" anchor="t" lIns="76200" rIns="762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开发者：ET（广东·梅州）· GitHub: ETQWFD/LocalDream-ET · MIT License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2DD4BF"/>
                </a:solidFill>
                <a:latin typeface="Microsoft YaHei"/>
                <a:ea typeface="Microsoft YaHei"/>
                <a:cs typeface="Microsoft YaHei"/>
              </a:rPr>
              <a:t>增补：v3.0.0-et.19（build 93）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千问 Qwen Image 2.1 补齐为 4 个可下载模型：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1) Q3_K 最小版（新）：DiT 3.27GB，整包约 9.9GB，千问中最省空间/最快；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2) 标准 Q4_0：DiT 4.20GB，整包约 10.8GB；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3) 无审查 UC Q4_0：DiT 4.15GB，整包约 10.8GB；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E8EEF4"/>
                </a:solidFill>
                <a:latin typeface="Microsoft YaHei"/>
                <a:ea typeface="Microsoft YaHei"/>
                <a:cs typeface="Microsoft YaHei"/>
              </a:rPr>
              <a:t>4) UC Q5_K_M 高画质无审查（新）：DiT 5.22GB，整包约 11.9GB。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四者共用 Qwen3-VL-8B 文本编码器 / mmproj / tokenizer / VAE，仅 DiT 权重不同；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各自独立下载目录、独立断点续传与完成标记；文件大小均在 hf-mirror 实测、支持 Range。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机型门槛不变：骁龙8至尊版 SM8750+ / arm64 / Android12；32 位可见但锁定并说明（物理限制）。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9FB0C0"/>
                </a:solidFill>
                <a:latin typeface="Microsoft YaHei"/>
                <a:ea typeface="Microsoft YaHei"/>
                <a:cs typeface="Microsoft YaHei"/>
              </a:rPr>
              <a:t>其余沿用 et.18：NPU 全可见加锁、Illustrious v16、系统安装器直提、存储预检、MIT、dan.html 后台。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v3.0.0-et.20（build 94）更新概览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修复 32 位/64 位本机转换模型闪退：std::length_error: vector / libc++abi 弹框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修复锁屏、切后台后生成图片中途被系统结束（唤醒锁 30 分钟→6 小时）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32 位 armeabi-v7a 与 64 位 arm64-v8a 原生引擎均重新编译内置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官网数据后台入口隐藏，仅管理员直链访问；更新文档错误码对照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沿用 et.19：千问 4 个量化版本、Illustrious v16、NPU 按机型加锁、MIT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根因：转换崩溃 length_error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现象：本机转换 safetensors→MNN 时直接 abort，弹 libc++abi 框后退出码 134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根因 1：文件头前 8 字节被直接当作 header 长度并分配内存，未校验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    – 文件损坏/截断、实为 .ckpt、下到 HTML 错误页时，该值是天文数字，32 位立即 length_error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根因 2：张量元素数用 int 累乘 shape，大张量大值溢出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根因 3：转换入口无 try/catch，任何 C++ 异常直接 std::terminate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根因 4：reader 成员缓存跨张量不清空，峰值内存随张量累积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修复：SafeTensorReader 加固（双架构）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header 长度合法性校验：非 0 且 ≤256MB，否则报非法 safetensors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seekg/tellg 取真实文件大小，校验 file_size ≥ 8+header，截断即报错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元素数改 uint64_t 累乘，含负维与 64 位溢出检查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新增 fit_size()：超过 32 位进程 size_t 上限时抛出可读错误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每张量读取前 vector().swap() 释放上一块，峰值内存只留一个张量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偏移/字节数统一 int64/uint64，消除有符号溢出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修复：异常捕获与后台稳定性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main.cpp 转换模式包 try/catch：length_error / bad_alloc / std::exception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    – 统一输出 CONVERT_FAILED: &lt;原因&gt; 并返回失败码，不再闪退弹原生框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BackgroundGenerationService 唤醒锁 30 分钟→6 小时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    – 老旧 32 位 CPU 单张 20–60 分钟，原 30 分钟到期 CPU 休眠即中断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onDestroy 仍正常释放唤醒锁，不额外耗电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下载侧已对 .part 做 contentLength 截断+非空校验，保留断点续传，与文件头校验双重防损坏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双架构原生引擎重编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armeabi-v7a：NDK r25 编译成功，ELF32 ARM，约 7.8MB，纯 CPU/GPU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arm64-v8a：NDK r29 编译成功，ELF64 AArch64，约 11.2MB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    – r25 编译 MNN Arm82 FP16 内联报错（vfmlalq_*），必须用 r29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    – main.cpp 为超大 xtensor 单元，单独 -O1（热点在 MNN 仍 -O3，不影响出图速度）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QNN NPU 运行库 20 个 .so 走 assets 运行时 dlopen，NPU 能力等价保留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APK 已校验：签名 CN=ET(Meizhou)、versionCode 94、双 ABI、ZIP 完整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A6A"/>
                </a:solidFill>
                <a:latin typeface="Microsoft YaHei"/>
              </a:rPr>
              <a:t>物理限制与真机验收说明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32 位无法运行 SDXL / Illustrious / 千问 / 4K：引擎仅 arm64 且需高通 NPU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千问门槛：骁龙 8 至尊版 SM8750+ / arm64 / Android12 / RAM 12GB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Illustrious、SDXL：SM8650+ arm64 Android12；豆包无本地权重，不提供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老旧 32 位 CPU 出图 20 分–1 小时属像素平方增长的物理耗时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应用无独立图片反推(tagger)端点；用户所说“反推”走图生图/编辑流程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沙箱为 Linux x86，无 ARM 真机，端到端下模型/转换/出图需真机验收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Microsoft YaHei"/>
              </a:rPr>
              <a:t>• 报错请提供英文原文+退出码+机型/SoC/Android/32or64/模型 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